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cb6e6d956f4f52" /><Relationship Type="http://schemas.openxmlformats.org/officeDocument/2006/relationships/extended-properties" Target="/docProps/app.xml" Id="R0a32bde09ffb4c50" /><Relationship Type="http://schemas.openxmlformats.org/officeDocument/2006/relationships/officeDocument" Target="/ppt/presentation.xml" Id="Ra95559392a3345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36dc8f276247a7"/>
  </p:sldMasterIdLst>
  <p:notesMasterIdLst>
    <p:notesMasterId xmlns:r="http://schemas.openxmlformats.org/officeDocument/2006/relationships" r:id="R32239d8a22844637"/>
  </p:notesMasterIdLst>
  <p:sldIdLst>
    <p:sldId xmlns:r="http://schemas.openxmlformats.org/officeDocument/2006/relationships" id="256" r:id="R9272b608fe9d454a"/>
    <p:sldId xmlns:r="http://schemas.openxmlformats.org/officeDocument/2006/relationships" id="257" r:id="R7cb3df7b5227493a"/>
    <p:sldId xmlns:r="http://schemas.openxmlformats.org/officeDocument/2006/relationships" id="258" r:id="R9c8af0ffeda34e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6dc8f276247a7" /><Relationship Type="http://schemas.openxmlformats.org/officeDocument/2006/relationships/theme" Target="/ppt/theme/theme1.xml" Id="Rbf9a42e00ce34545" /><Relationship Type="http://schemas.openxmlformats.org/officeDocument/2006/relationships/notesMaster" Target="/ppt/notesMasters/notesMaster1.xml" Id="R32239d8a22844637" /><Relationship Type="http://schemas.openxmlformats.org/officeDocument/2006/relationships/presProps" Target="/ppt/presProps.xml" Id="R651198c0de964226" /><Relationship Type="http://schemas.openxmlformats.org/officeDocument/2006/relationships/viewProps" Target="/ppt/viewProps.xml" Id="R63e64150c4f04ea0" /><Relationship Type="http://schemas.openxmlformats.org/officeDocument/2006/relationships/tableStyles" Target="/ppt/tableStyles.xml" Id="R7da6e863d1c64682" /><Relationship Type="http://schemas.openxmlformats.org/officeDocument/2006/relationships/slide" Target="/ppt/slides/slide1.xml" Id="R9272b608fe9d454a" /><Relationship Type="http://schemas.openxmlformats.org/officeDocument/2006/relationships/slide" Target="/ppt/slides/slide2.xml" Id="R7cb3df7b5227493a" /><Relationship Type="http://schemas.openxmlformats.org/officeDocument/2006/relationships/slide" Target="/ppt/slides/slide3.xml" Id="R9c8af0ffeda34e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5eef65f20c84b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1814c8b5644b93" /><Relationship Type="http://schemas.openxmlformats.org/officeDocument/2006/relationships/notesMaster" Target="/ppt/notesMasters/notesMaster1.xml" Id="R489d11d72fcf48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337d69c9d44b35" /><Relationship Type="http://schemas.openxmlformats.org/officeDocument/2006/relationships/notesMaster" Target="/ppt/notesMasters/notesMaster1.xml" Id="Rf29a5f1c550446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0213020a3e4d83" /><Relationship Type="http://schemas.openxmlformats.org/officeDocument/2006/relationships/notesMaster" Target="/ppt/notesMasters/notesMaster1.xml" Id="Rd4cb1e2749ff46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9c638598347f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8491fa51d7844d9" /><Relationship Type="http://schemas.openxmlformats.org/officeDocument/2006/relationships/slideLayout" Target="/ppt/slideLayouts/slideLayout2.xml" Id="R144ca580b59346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4ca580b59346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9b5667fd724e57" /><Relationship Type="http://schemas.openxmlformats.org/officeDocument/2006/relationships/notesSlide" Target="/ppt/notesSlides/notesSlide1.xml" Id="R2c0b956585eb41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f9a0e1eef749ed" /><Relationship Type="http://schemas.openxmlformats.org/officeDocument/2006/relationships/notesSlide" Target="/ppt/notesSlides/notesSlide2.xml" Id="Rd6d526eb162141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e0d57cbac84a13" /><Relationship Type="http://schemas.openxmlformats.org/officeDocument/2006/relationships/notesSlide" Target="/ppt/notesSlides/notesSlide3.xml" Id="Rb53350bac3034d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D61BAA-7440-4E40-A535-4B87D067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F9B63-8A75-4463-8977-878999B9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38"/>
          </a:solidFill>
          <a:ln xmlns:a="http://schemas.openxmlformats.org/drawingml/2006/main" w="0">
            <a:solidFill>
              <a:srgbClr val="1534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D7149-90BE-495E-B647-C68A99CC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743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CF106-2177-4F2C-9AA0-02E17274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LANGUAGE STUDY · HSKK INTERMEDIATE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C0577-09CD-473E-80F0-1EF7E3C8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7334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AX를 일상으로.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CCC48-F8E1-4327-B4F0-BDB328FE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rPr>
              <a:t>Language 학습을 매일 실행되는 경험으로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CDA2B-B0D8-46F6-B3E6-0C2852D9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7734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파일로 존재하던 Claude Code Harness를 HSKK 중급 학습 루프로 전환했습니다.</a:t>
            </a:r>
          </a:p>
          <a:p xmlns:a="http://schemas.openxmlformats.org/drawingml/2006/main">
            <a:pPr algn="l">
              <a:defRPr sz="15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두 개의 Harness를 병합하고, 병음 포함 모바일 학습 화면과 오전 8시 카톡 알림을 연결했습니다.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E2947-BE95-4976-AEA4-47681AB5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4F357-A58E-494B-865B-8C35334B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Harness 병합</a:t>
            </a:r>
          </a:p>
          <a:p xmlns:a="http://schemas.openxmlformats.org/drawingml/2006/main">
            <a:pPr algn="l">
              <a:defRPr sz="12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Language Tutor + Exam Prep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7E47E-31B0-42FC-A076-8E1D00B0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577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30분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2542D-9EB7-40BB-9914-0AE0E699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29200"/>
            <a:ext cx="255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일일 말하기 학습</a:t>
            </a:r>
          </a:p>
          <a:p xmlns:a="http://schemas.openxmlformats.org/drawingml/2006/main">
            <a:pPr algn="l">
              <a:defRPr sz="12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초/중급 · 한자+병음+뜻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D4391-641A-4C73-9CA6-A7D9ED53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rPr>
              <a:t>08:00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AA4E6-AD74-4871-9B9E-6A6C6042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292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자동 전달</a:t>
            </a:r>
          </a:p>
          <a:p xmlns:a="http://schemas.openxmlformats.org/drawingml/2006/main">
            <a:pPr algn="l">
              <a:defRPr sz="12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레슨 생성 · 배포 · 카톡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4FDBF-7B1B-4C8C-B7B1-E07F9848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19450"/>
            <a:ext cx="22479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BB69F-DFC4-48DB-988F-91AB67CD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86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DAILY AX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9A5FC-BC5D-4A18-88FC-D64218A4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433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392B6-53CF-445D-BDBD-6BFFACCB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1477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레슨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3D7CA-CC00-4AB0-9E29-DA03D0DF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10527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8"/>
          </a:solidFill>
          <a:ln xmlns:a="http://schemas.openxmlformats.org/drawingml/2006/main" w="0">
            <a:solidFill>
              <a:srgbClr val="C9D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F5D23-3355-4E1D-A9DE-D83EE51C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05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7AAEC-E6AE-4F3D-8CFB-6D36B699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767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모바일 반영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E3273-20CD-4E4B-A065-E12A15B8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4672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8"/>
          </a:solidFill>
          <a:ln xmlns:a="http://schemas.openxmlformats.org/drawingml/2006/main" w="0">
            <a:solidFill>
              <a:srgbClr val="C9D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48BD4-7C67-40F8-81DA-B82603AD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672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C85DB-7C72-4ADB-B28C-F858CE0D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3867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카톡 도착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4363A7-20F9-4129-A116-47886FDC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82917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8"/>
          </a:solidFill>
          <a:ln xmlns:a="http://schemas.openxmlformats.org/drawingml/2006/main" w="0">
            <a:solidFill>
              <a:srgbClr val="C9D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8CF0A7-6FF0-496F-803E-50B7E366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292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8F145-5B23-4216-9712-9B90592F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006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말하기 실행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A406AA-796C-42FD-ACB5-3E9A62CA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8"/>
          </a:solidFill>
          <a:ln xmlns:a="http://schemas.openxmlformats.org/drawingml/2006/main" w="0">
            <a:solidFill>
              <a:srgbClr val="C9D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4ED821-6BFE-489F-A328-EC5E9D56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Language Study · HSKK Harness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A0D20-85B7-4833-A040-9FD30DBD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0707A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8501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B7B776-55DA-40CC-9167-76CF6FC9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97D40-339F-4BC0-86E8-AD53097D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C2039-7B2D-4523-B3C6-14DCCA27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DELIVERED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66E9A-0F74-43FC-80E9-99F199ED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7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0707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D248A-8BB7-484C-A904-272FBD37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자료 묶음이 아니라, 매일 동작하는 학습 시스템을 만들었습니다.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CEE39-C2E4-4876-B7D9-9BC596BC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19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학습자가 휴대폰에서 열고 말하면 되는 구조로 과제를 끝까지 연결했습니다.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60F84-DC84-48FA-8917-D4921AC0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552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B8174-D595-4104-AC53-F7B2DE05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A713E-EF83-46CD-B592-2BF2560D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6DBF5-9306-4D7D-8246-61CBBFE4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Harness 파일은 존재하지만</a:t>
            </a:r>
          </a:p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학습자가 매일 무엇을 열고</a:t>
            </a:r>
          </a:p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어떻게 반복할지 연결이 약함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483F8-3597-4D20-8151-4A4F4AF2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0375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E8A89-5239-414A-8E9A-D942AE87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209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889FD-0503-4D30-A8F4-0EBE8696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전환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4823E-5643-4B85-A9BF-7C207544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2552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04D78-5269-4B5F-BD48-D3EB921E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DEE6F-DFC2-4162-84A6-B19294A4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D5E02-D736-4209-812F-FCE44378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9560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오늘의 레슨이 생성되고</a:t>
            </a:r>
          </a:p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모바일 화면에 반영되며</a:t>
            </a:r>
          </a:p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카톡 링크로 다시 도착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2588C6-365C-4F4F-BF7B-C89EF048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33718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53438"/>
          </a:solidFill>
          <a:ln xmlns:a="http://schemas.openxmlformats.org/drawingml/2006/main" w="0">
            <a:solidFill>
              <a:srgbClr val="1534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E20D6-DBC8-42D4-9A39-07C80B02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학습자의 행동은 단순합니다.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4E123-146A-431F-A3E8-85EC3983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2628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rPr>
              <a:t>열기  →  병음 보며 말하기</a:t>
            </a:r>
          </a:p>
          <a:p xmlns:a="http://schemas.openxmlformats.org/drawingml/2006/main">
            <a:pPr algn="l">
              <a:defRPr sz="1500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rPr>
              <a:t>→  자기채점  →  메모 복사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0903F-C4AB-49B6-8746-39C72D12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2400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CDBDF-F3CA-413B-9919-E33A4BC5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33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2C1E81-EC1D-4B81-8EA2-2459D01A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1371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자동 생성 레슨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81A9B-48FF-490F-9AA8-8FEA54C6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Lesson 02 · 교통과 이동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7BBCA-12E8-4031-AA01-BDCAFB51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91050"/>
            <a:ext cx="2400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7FF34-19CA-48E6-A9D5-64468ECC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29175"/>
            <a:ext cx="533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AAA2F9-10D0-4F35-8B6E-6B09E281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81550"/>
            <a:ext cx="1371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HSKK 중급 문항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78F29A-C6FD-454D-AFDA-2DDF8677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054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10 + 2 + 2 구조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F03FA9-B4F1-4E7F-BC48-5A27C851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2400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FEC8D1-E8FE-4A53-9055-F6EBD419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29175"/>
            <a:ext cx="533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BD0AD8-1D3E-4E64-8A36-546910AD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1371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일일 주제 Seed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1CF490-9594-4B2C-A06C-42C10266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054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초/중급 문장 운행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B4FEB3-89BE-48BF-B239-CE8D26A0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91050"/>
            <a:ext cx="2400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3E4364-39AF-4762-A6DE-9AFF0B77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29175"/>
            <a:ext cx="533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A387A8-EC7E-4B4E-A83D-D54E74E3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81550"/>
            <a:ext cx="1371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Kakao API 결과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7B65E9-42FA-41AF-B893-DECF41BA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054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나에게 보내기 성공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399275-879A-4B59-983F-38DF0423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8"/>
          </a:solidFill>
          <a:ln xmlns:a="http://schemas.openxmlformats.org/drawingml/2006/main" w="0">
            <a:solidFill>
              <a:srgbClr val="C9D5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64A362-81F4-491E-959D-C3F4CBBE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Language Study · HSKK Harness Report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A46F36-3EB6-45C6-86F4-14B12DD7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0707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94511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661C10-180B-4CC7-9A86-645A5A67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F1634-39EF-4E70-B4CA-7E73236A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9436D-3EC9-4B02-B2C8-C52EE567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14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END-TO-END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43701-697F-4E2D-8EE1-6FA7BD7C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7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0707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63145-BC78-4666-B303-081758A5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Harness 병합부터 카톡 도착까지, 하나의 일상 루프로 연결했습니다.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D16CA-2FD2-49CB-8CE1-19889A72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19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시험 준비 구조와 매일 학습 루프를 분리해서 설계하고 자동 전달 파이프라인으로 묶었습니다.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34888-7581-45A2-8F6F-F24651FE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1981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F9A3A-4162-48BA-A166-CB689A8A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AF46E-9A68-4904-93E8-778BF3B8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56 · Tutor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F8369-077F-4676-8410-219B30AC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레벨 보정 · 커리큘럼</a:t>
            </a:r>
          </a:p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레슨 · 퀴즈 · 복습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7BBCD-7D1E-401A-A393-B0438451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1981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316B7-01B5-4D78-8A8E-563BE479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75261-FBE6-4628-9392-3EA1D27E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57 · Exam Prep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703D5-6E52-4D31-B278-E8251936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시험 구조 · 진단 · 설계</a:t>
            </a:r>
          </a:p>
          <a:p xmlns:a="http://schemas.openxmlformats.org/drawingml/2006/main">
            <a:pPr algn="l">
              <a:def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모의고사 · 오답 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6F7A0-0DD0-461A-BB18-9412DD2B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99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638B5-FFB6-429F-A69B-72FB24E5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57525"/>
            <a:ext cx="209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7544C-5AA8-4340-B8F0-23BA34A2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956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병합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53DD2-5D97-4033-8C41-01532CFB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24100"/>
            <a:ext cx="21336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153438"/>
          </a:solidFill>
          <a:ln xmlns:a="http://schemas.openxmlformats.org/drawingml/2006/main" w="0">
            <a:solidFill>
              <a:srgbClr val="1534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5A96F-F349-4A7D-BE90-9E8EE804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156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HSKK STUDY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HARNESS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62507-754C-438E-AFBA-059DA4F0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1485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rPr>
              <a:t>중급 시험 구조</a:t>
            </a:r>
          </a:p>
          <a:p xmlns:a="http://schemas.openxmlformats.org/drawingml/2006/main">
            <a:pPr algn="ctr">
              <a:defRPr sz="1125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rPr>
              <a:t>초/중급 난이도</a:t>
            </a:r>
          </a:p>
          <a:p xmlns:a="http://schemas.openxmlformats.org/drawingml/2006/main">
            <a:pPr algn="ctr">
              <a:defRPr sz="1125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rPr>
              <a:t>한자 · 병음 · 한국어 뜻</a:t>
            </a:r>
          </a:p>
          <a:p xmlns:a="http://schemas.openxmlformats.org/drawingml/2006/main">
            <a:pPr algn="ctr">
              <a:defRPr sz="1125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8EFEC"/>
                </a:solidFill>
                <a:latin typeface="Malgun Gothic"/>
                <a:ea typeface="Malgun Gothic"/>
                <a:cs typeface="Malgun Gothic"/>
              </a:rPr>
              <a:t>30분 학습 템플릿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9C4F3-71D9-4CF7-8D9C-05A74928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CAFB0-A53E-400D-9BD5-C3FB1BC9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57525"/>
            <a:ext cx="209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76A0F8-50AA-4B1C-9CF6-49AC6A5F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자동화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FB2652-B463-490C-8F85-E476BB3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914400" cy="19240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76B36-E805-43EF-A2A7-AF415E48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423ADA-4496-4317-B1B9-AEE4CDA3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86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6BD932-0A82-4579-9A5D-84E998B3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레슨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6774B1-8827-4BEA-9679-441245CB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704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상태 확인</a:t>
            </a:r>
          </a:p>
          <a:p xmlns:a="http://schemas.openxmlformats.org/drawingml/2006/main">
            <a:pPr algn="l">
              <a:def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중복 방지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2C14D3-935C-43C3-9298-4BC11B92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43275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CE1E83-36CE-4B08-96B9-04E72F64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209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0A141F-645F-4DFE-AC3C-0FB64522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914400" cy="19240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066CD8-4A29-494E-A6DE-30EE32C4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479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A29E90-2FEE-4740-B4D8-848270F5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950CE3-1BC7-40CE-B911-E4105ABB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813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모바일 빌드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BE5330-E47B-42CD-88E2-89759FBD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86150"/>
            <a:ext cx="704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index.html</a:t>
            </a:r>
          </a:p>
          <a:p xmlns:a="http://schemas.openxmlformats.org/drawingml/2006/main">
            <a:pPr algn="l">
              <a:def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URL 유지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DAD4FB-D7DF-4792-8BF2-0E8265C2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43275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BFE987-7289-46A5-B938-1307B619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90875"/>
            <a:ext cx="209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6D41DC-7A0A-412A-8BA0-799AA958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00300"/>
            <a:ext cx="914400" cy="19240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703F1C-B330-423F-9BD2-EAEA1758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479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057042-E005-4D52-8C53-A60B2C21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1273D6-8F72-4674-9F19-75F595F5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813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GitHub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C37B9A-7776-44FF-8FC6-A9746443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86150"/>
            <a:ext cx="704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변경 시</a:t>
            </a:r>
          </a:p>
          <a:p xmlns:a="http://schemas.openxmlformats.org/drawingml/2006/main">
            <a:pPr algn="l">
              <a:def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commit + push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510E6A-FCEE-4803-AD23-3EED8030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43275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9A0C1A-3942-467E-9FFA-2AE12683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90875"/>
            <a:ext cx="209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DD7F10-4C27-40F2-ABA2-CE87EE53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400300"/>
            <a:ext cx="914400" cy="19240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9622E8-615C-46F1-8E82-748B8962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2479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FD7A57-F4E8-437F-B8A2-C15DC836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2860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B71E08-1622-4940-A614-4158B818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813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Kakao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F16003-6AA9-48A4-8A44-46C616DB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486150"/>
            <a:ext cx="704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토큰 갱신</a:t>
            </a:r>
          </a:p>
          <a:p xmlns:a="http://schemas.openxmlformats.org/drawingml/2006/main">
            <a:pPr algn="l">
              <a:def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나에게 보내기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1EF8CC-E2EC-4DED-8DDD-36F460E7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1029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7EBCF"/>
          </a:solidFill>
          <a:ln xmlns:a="http://schemas.openxmlformats.org/drawingml/2006/main" w="0">
            <a:solidFill>
              <a:srgbClr val="F7EBC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F9C338-C74F-4347-93A7-64C92917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562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A0DC94-2163-4C65-AD0F-C45399E2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578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08:00 ASIA/SEOUL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0A2238-24DB-477F-B6C3-BA51E056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67350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026"/>
                </a:solidFill>
                <a:latin typeface="Malgun Gothic"/>
                <a:ea typeface="Malgun Gothic"/>
                <a:cs typeface="Malgun Gothic"/>
              </a:rPr>
              <a:t>같은 날짜에는 rebuild만 수행  ·  변경이 없으면 push 생략  ·  토큰 오류는 명확하게 보고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0DE930-6646-4443-9C76-3A39861D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8"/>
          </a:solidFill>
          <a:ln xmlns:a="http://schemas.openxmlformats.org/drawingml/2006/main" w="0">
            <a:solidFill>
              <a:srgbClr val="C9D5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432E41-7FA7-4F23-B2D5-85A2211C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0707A"/>
                </a:solidFill>
                <a:latin typeface="Malgun Gothic"/>
                <a:ea typeface="Malgun Gothic"/>
                <a:cs typeface="Malgun Gothic"/>
              </a:rPr>
              <a:t>Language Study · HSKK Harness Report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246589-1461-4C0C-9E47-79B983A1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7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0707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2714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2026-05-30T15:54:44.0320000Z</dcterms:created>
  <dcterms:modified xsi:type="dcterms:W3CDTF">2026-05-30T15:54:44.0320000Z</dcterms:modified>
</coreProperties>
</file>