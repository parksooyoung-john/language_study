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fcf270e163464a" /><Relationship Type="http://schemas.openxmlformats.org/officeDocument/2006/relationships/extended-properties" Target="/docProps/app.xml" Id="Rf992a72c993c40d5" /><Relationship Type="http://schemas.openxmlformats.org/officeDocument/2006/relationships/officeDocument" Target="/ppt/presentation.xml" Id="R58f57cd505354e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619b383e5a4197"/>
  </p:sldMasterIdLst>
  <p:notesMasterIdLst>
    <p:notesMasterId xmlns:r="http://schemas.openxmlformats.org/officeDocument/2006/relationships" r:id="Ree4592d434094d20"/>
  </p:notesMasterIdLst>
  <p:sldIdLst>
    <p:sldId xmlns:r="http://schemas.openxmlformats.org/officeDocument/2006/relationships" id="256" r:id="Reccc315eddbf45c1"/>
    <p:sldId xmlns:r="http://schemas.openxmlformats.org/officeDocument/2006/relationships" id="257" r:id="Rc2c84102d2c94261"/>
    <p:sldId xmlns:r="http://schemas.openxmlformats.org/officeDocument/2006/relationships" id="258" r:id="R04df2a3987fd4890"/>
    <p:sldId xmlns:r="http://schemas.openxmlformats.org/officeDocument/2006/relationships" id="259" r:id="R98bfce7c31884051"/>
    <p:sldId xmlns:r="http://schemas.openxmlformats.org/officeDocument/2006/relationships" id="260" r:id="Rf02c2b62c00e4ff5"/>
    <p:sldId xmlns:r="http://schemas.openxmlformats.org/officeDocument/2006/relationships" id="261" r:id="R439ad966524a44cc"/>
    <p:sldId xmlns:r="http://schemas.openxmlformats.org/officeDocument/2006/relationships" id="262" r:id="R0cb46259cd394f03"/>
    <p:sldId xmlns:r="http://schemas.openxmlformats.org/officeDocument/2006/relationships" id="263" r:id="R25ad52a02cea42a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619b383e5a4197" /><Relationship Type="http://schemas.openxmlformats.org/officeDocument/2006/relationships/theme" Target="/ppt/theme/theme1.xml" Id="R6aebef1a94c74502" /><Relationship Type="http://schemas.openxmlformats.org/officeDocument/2006/relationships/notesMaster" Target="/ppt/notesMasters/notesMaster1.xml" Id="Ree4592d434094d20" /><Relationship Type="http://schemas.openxmlformats.org/officeDocument/2006/relationships/presProps" Target="/ppt/presProps.xml" Id="R54b73a7269e5473a" /><Relationship Type="http://schemas.openxmlformats.org/officeDocument/2006/relationships/viewProps" Target="/ppt/viewProps.xml" Id="R4b6fe3b2761c4560" /><Relationship Type="http://schemas.openxmlformats.org/officeDocument/2006/relationships/tableStyles" Target="/ppt/tableStyles.xml" Id="Rd62214f0ba2f42f8" /><Relationship Type="http://schemas.openxmlformats.org/officeDocument/2006/relationships/slide" Target="/ppt/slides/slide1.xml" Id="Reccc315eddbf45c1" /><Relationship Type="http://schemas.openxmlformats.org/officeDocument/2006/relationships/slide" Target="/ppt/slides/slide2.xml" Id="Rc2c84102d2c94261" /><Relationship Type="http://schemas.openxmlformats.org/officeDocument/2006/relationships/slide" Target="/ppt/slides/slide3.xml" Id="R04df2a3987fd4890" /><Relationship Type="http://schemas.openxmlformats.org/officeDocument/2006/relationships/slide" Target="/ppt/slides/slide4.xml" Id="R98bfce7c31884051" /><Relationship Type="http://schemas.openxmlformats.org/officeDocument/2006/relationships/slide" Target="/ppt/slides/slide5.xml" Id="Rf02c2b62c00e4ff5" /><Relationship Type="http://schemas.openxmlformats.org/officeDocument/2006/relationships/slide" Target="/ppt/slides/slide6.xml" Id="R439ad966524a44cc" /><Relationship Type="http://schemas.openxmlformats.org/officeDocument/2006/relationships/slide" Target="/ppt/slides/slide7.xml" Id="R0cb46259cd394f03" /><Relationship Type="http://schemas.openxmlformats.org/officeDocument/2006/relationships/slide" Target="/ppt/slides/slide8.xml" Id="R25ad52a02cea42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a4c14f621c247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3023d320884058" /><Relationship Type="http://schemas.openxmlformats.org/officeDocument/2006/relationships/notesMaster" Target="/ppt/notesMasters/notesMaster1.xml" Id="R6110423ee1ec40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a0bbc23ea74abb" /><Relationship Type="http://schemas.openxmlformats.org/officeDocument/2006/relationships/notesMaster" Target="/ppt/notesMasters/notesMaster1.xml" Id="R8e42d3817c0345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8dc5e272764c81" /><Relationship Type="http://schemas.openxmlformats.org/officeDocument/2006/relationships/notesMaster" Target="/ppt/notesMasters/notesMaster1.xml" Id="R185de8166bfa42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8a1eb267d742cd" /><Relationship Type="http://schemas.openxmlformats.org/officeDocument/2006/relationships/notesMaster" Target="/ppt/notesMasters/notesMaster1.xml" Id="Rd74fea4134bf49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d12c48983e4d19" /><Relationship Type="http://schemas.openxmlformats.org/officeDocument/2006/relationships/notesMaster" Target="/ppt/notesMasters/notesMaster1.xml" Id="Rb53b4e89244b47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2332df57054412" /><Relationship Type="http://schemas.openxmlformats.org/officeDocument/2006/relationships/notesMaster" Target="/ppt/notesMasters/notesMaster1.xml" Id="R1c51df3f2ab548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fd4213452644e7" /><Relationship Type="http://schemas.openxmlformats.org/officeDocument/2006/relationships/notesMaster" Target="/ppt/notesMasters/notesMaster1.xml" Id="R57053e99a5ec49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44c00e8a074e73" /><Relationship Type="http://schemas.openxmlformats.org/officeDocument/2006/relationships/notesMaster" Target="/ppt/notesMasters/notesMaster1.xml" Id="R99459d3599d045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7e5f4b7b50431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d4adc37634c4f65" /><Relationship Type="http://schemas.openxmlformats.org/officeDocument/2006/relationships/slideLayout" Target="/ppt/slideLayouts/slideLayout2.xml" Id="Rddd9833ce81642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d9833ce81642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c1fcc538a489a" /><Relationship Type="http://schemas.openxmlformats.org/officeDocument/2006/relationships/notesSlide" Target="/ppt/notesSlides/notesSlide1.xml" Id="Ra9ae111ae8db41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5ffb91ad0d42fc" /><Relationship Type="http://schemas.openxmlformats.org/officeDocument/2006/relationships/notesSlide" Target="/ppt/notesSlides/notesSlide2.xml" Id="Rf709b664d83749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ba8d0879be48e4" /><Relationship Type="http://schemas.openxmlformats.org/officeDocument/2006/relationships/notesSlide" Target="/ppt/notesSlides/notesSlide3.xml" Id="R0bc7185a5c854f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cfef0f8199484d" /><Relationship Type="http://schemas.openxmlformats.org/officeDocument/2006/relationships/notesSlide" Target="/ppt/notesSlides/notesSlide4.xml" Id="R8c9e5aad165542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3d4d6150e9493a" /><Relationship Type="http://schemas.openxmlformats.org/officeDocument/2006/relationships/notesSlide" Target="/ppt/notesSlides/notesSlide5.xml" Id="Rc3ef2be5ab2c47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9b635df8f143dd" /><Relationship Type="http://schemas.openxmlformats.org/officeDocument/2006/relationships/notesSlide" Target="/ppt/notesSlides/notesSlide6.xml" Id="Rc4178d306c3d4f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457c9e166b4f25" /><Relationship Type="http://schemas.openxmlformats.org/officeDocument/2006/relationships/notesSlide" Target="/ppt/notesSlides/notesSlide7.xml" Id="R7e59f96186654d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8dbcb0c79f450f" /><Relationship Type="http://schemas.openxmlformats.org/officeDocument/2006/relationships/notesSlide" Target="/ppt/notesSlides/notesSlide8.xml" Id="Rcb799437097a49f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F19EDD-2CA9-46B2-99D9-4712E6B2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EAAA9-4EC2-41D6-B93D-D588FCE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B4EE0-8905-4996-A212-BFDF76C3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27241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D9AC0-E989-4CC1-A70B-CC2D2A19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"/>
            <a:ext cx="2724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HSKK INTERMEDIATE · MOBILE-FIRST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65E0F-E46C-4CC0-9D4D-5930029C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8382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말하기 시험 준비를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매일 실행되는 루틴으로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0D5C3-792A-4F2F-B7E2-AC139D86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676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Claude Code Harness 적용 및 자동화 결과 보고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3D4568-BDAD-431E-84B6-D80440D1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6572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언어 튜터링과 시험 준비 Harness를 결합하고,</a:t>
            </a:r>
          </a:p>
          <a:p xmlns:a="http://schemas.openxmlformats.org/drawingml/2006/main">
            <a:pPr algn="l">
              <a:defRPr sz="15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모바일 학습 페이지와 카카오 알림까지 연결했습니다.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342B4-FB08-4356-B862-5264817D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8AFF43-D1B0-44DE-8AF3-525301AA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434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원본 Harness 결합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E05E9-1D48-43F9-A794-FAA3B2C0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719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30분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B45F4D-CD72-47A8-A5DE-CF3BF07B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434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일일 모바일 학습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C2435-0C3C-4C18-B9A7-9C8214B2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7195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rPr>
              <a:t>08:00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3333C-E080-41F5-8402-4BBB6F0C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74345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자동 생성 및 알림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FF832-2715-450E-A751-9D0FFF4D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81300"/>
            <a:ext cx="2400300" cy="272415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899DA-5B36-4077-835D-C2A3D612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TODAY'S LOOP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1EEDC-AB12-4C40-8F86-2B06E200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76625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8470D-7296-43B7-87EC-F364FD0B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38525"/>
            <a:ext cx="1524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레슨 생성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BDB51-B51B-4989-B108-9105BD15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6712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21085-0A1C-494F-8C01-15F67FEE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14775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29C9F2-5170-4E87-A453-00E022EA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876675"/>
            <a:ext cx="1524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모바일 배포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7AB9E5-644D-412E-BCE9-9A9BED36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052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71C13-0562-4F29-BD3B-DDDE12F7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352925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D65602-7427-4820-A882-FCDBB176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314825"/>
            <a:ext cx="1524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카톡 도착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FC4718-F583-415B-B7B9-DBE5FADF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4342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E616C4-01B2-4E5B-AFC8-01F5DE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171450" cy="1714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7BA508-F746-45D0-9ECA-3D78EAD8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52975"/>
            <a:ext cx="15240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말하기 연습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968C98-9835-4709-9DBC-23B00951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29F260-CCA0-4B5C-AF6A-34491483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264064-84A5-49F1-A2C5-0FC1CD93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614130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87FD93-D7A8-4830-8A18-318D59064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BB5175-E7DF-4234-9490-32958C8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14F73-0055-40DC-B71C-3825E729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ASSIGNMENT PURPOSE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3777D-C1EB-4C48-9941-A579CABC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8ACAF-EE17-42A0-A6CD-BA1C17D9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학습 계획이 아니라, 매일 실행되는 학습 경험이 필요했습니다.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E9326-9686-4A89-8806-D8767081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19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파일 기반 Harness를 실제 사용 가능한 모바일 루틴으로 바꾸는 것이 이번 과제의 목적입니다.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25B96-8D53-4F01-B987-AE292C4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857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294DD-DE06-4C3C-AD54-EFDAA54A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66675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D67F3F-8BA5-41E9-87FD-57632ACB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2533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기존 과제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02D45-F9C8-4909-A63C-3445BCC1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95650"/>
            <a:ext cx="25336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Harness 파일은 존재하지만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학습자가 매일 무엇을 열고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어떻게 반복할지 연결이 약함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53DBF3-256F-48A9-81ED-97F8BE9C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33775"/>
            <a:ext cx="125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DDE5E-DE93-4F76-8FC2-7F33B2CB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813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2B173-A070-4B38-82D3-62314921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19450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전환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27346-7BDE-4B4B-9C0A-0CBF0D3D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81300"/>
            <a:ext cx="2857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77353-14F8-49C6-9779-9FCF93AA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81300"/>
            <a:ext cx="66675" cy="1714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7E37-DAA0-4C87-85FB-32A5B6FE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952750"/>
            <a:ext cx="2533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목표 경험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42AE6-37BB-4747-B4E0-7435C665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95650"/>
            <a:ext cx="25336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휴대폰 홈화면에서 열고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병음을 보며 말하고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알림으로 다시 돌아오는 구조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EE328F-1EF4-4B6D-92EE-B868D03B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33775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4A64B-47FA-459E-B336-16E32F9E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813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9ADF6-92DE-4E96-9863-01C23355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19450"/>
            <a:ext cx="876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지속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201984-52C8-47DC-97DB-8D9DFDD2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724150"/>
            <a:ext cx="1390650" cy="18478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142FCD-AAB1-435A-A296-5914161A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067050"/>
            <a:ext cx="95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매일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30분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19ADB6-BE46-4554-BC15-400B90CC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943350"/>
            <a:ext cx="1085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반복 가능한</a:t>
            </a:r>
          </a:p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말하기 루틴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B82372-AC4A-4096-BEC9-F1F51A68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7EBCF"/>
          </a:solidFill>
          <a:ln xmlns:a="http://schemas.openxmlformats.org/drawingml/2006/main" w="0">
            <a:solidFill>
              <a:srgbClr val="F7EBC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0459D2-6320-49BA-B0C4-9B5432C1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10401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성공 기준  |  초/중급 난이도 · 한자+병음+뜻 · 모바일 접근 · 자동 알림 · 기록 가능한 복습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5405E8-AB67-4305-B99F-A8B5B15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86970-6077-4760-9E5D-2F3EED1A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0B875A-D467-49ED-AED3-05F7C532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4537651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CC7AE9-20F2-43B0-88FB-9A92EC86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956B7-74E2-41EC-B224-89852A656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FA004-6AEE-47A5-961C-2F4B0AB0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DELIVERED OUTCOMES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99B92B-A69C-47AE-B091-28B96663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C2C36-B93D-400C-9089-A4FB008D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결과물은 ‘자료 묶음’에서 ‘동작하는 학습 시스템’으로 확장됐습니다.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EF19D-4AE6-4902-858D-B119DB97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19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생성, 배포, 알림, 학습 기록이 하나의 루프로 연결되었습니다.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4DEE-1A10-4B5C-BD9D-AFE6A53F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8456A8-A2DA-43E2-869A-3AB07244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0B8F9-0AE2-4FE5-AB58-4E2D7FC3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752725"/>
            <a:ext cx="3219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자동 생성된 레슨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9C25FA-FD2E-4E32-A398-7633D299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095625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Lesson 02 · 교통과 이동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895C23-2E90-40B0-AD30-C3A36C5C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1460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05C83B-981B-45C7-A4A8-C17BAC2F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0510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26F1B-2EBD-4E70-8D9D-EC7B9E03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2752725"/>
            <a:ext cx="3219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일일 주제 Seed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45EE00-BCA0-4935-9DD4-43F56E1F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095625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초/중급 문장 은행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BE2F8-C67B-4C1F-A6DF-F2E1962B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67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A9DDBC-7C5D-4D90-BC5F-1B786725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rPr>
              <a:t>14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67397-FB99-4D8D-BD2C-1458A675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105275"/>
            <a:ext cx="3219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HSKK 중급 문항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35A6A-A0EF-48DA-8F38-833C3855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448175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10 + 2 + 2 구조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12220B-4EDE-4704-8982-C43947A1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67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C6002-9150-4B22-876C-EC5AFE02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057650"/>
            <a:ext cx="1047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CABBAD-EC04-4B2C-952D-89D8CE09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105275"/>
            <a:ext cx="3219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카카오 API 결과 코드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07FD07-838F-42D3-BB25-6DB51A7C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4448175"/>
            <a:ext cx="3219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나에게 보내기 성공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9258C7-3488-4920-B690-17974316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34000"/>
            <a:ext cx="1143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FEFEC"/>
          </a:solidFill>
          <a:ln xmlns:a="http://schemas.openxmlformats.org/drawingml/2006/main" w="0">
            <a:solidFill>
              <a:srgbClr val="DFEF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5FD7E3-DF8F-44BD-9A78-1E560233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81625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API RESPONSE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6B01F-1C26-4FBF-9148-7BA296DE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334000"/>
            <a:ext cx="342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{"result_code": 0}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67E9B8-0656-4478-9548-178C88F7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3530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카카오톡 ‘나와의 채팅’ 테스트 발송까지 완료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62CC07-B848-4021-AA5D-E574DE26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9BF065-E344-4573-8535-7DCE76D3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6ABC0C-1966-4EAE-9791-F9AA8AE5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106245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F81DF2-8A18-411E-8068-ADE5D817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CB32CF-E839-4BF6-B00B-875238D3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B74E6-8318-42DD-B86A-268921CA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HARNESS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D1E91-AE8E-4CCE-B026-A935D5C1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D2A90-8260-4ECC-B855-6DED9557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두 개의 Harness를 역할별로 분리하고, HSKK 전용 오케스트레이션으로 결합했습니다.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C59E3-E021-4AA9-9F4B-913EAC1C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25527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083F5-DCB5-44C4-93AE-784B08D5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66675" cy="2362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CF2252-47D2-45CB-A95D-919080F5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56 · Language Tutor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45DD06-7020-42DE-AE25-E4DDDF9D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222885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level-assessor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curriculum-designer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lesson-tutor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quiz-master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review-coach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8C7179-193E-428F-8C23-A4693A53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2552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41443-542D-47C0-B4C7-B0BDCF8F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66675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D9A44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ECE0F-FC95-4C84-99F2-CF95F7AF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0060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57 · Exam Prep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B10B52-A6D6-4062-9C14-B79B8F60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22288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trend-analyst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diagnostician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learning-designer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examiner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error-analyst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2B63A1-3F7C-4BF1-BA7D-C341D9FD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24275"/>
            <a:ext cx="1085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A33E4-9C4D-4331-A11D-D4B22DF3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71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E448D-E4B8-45D3-95EC-A1122793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09950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병합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4C7393-63F7-46DC-B8DB-4CC83C5A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28850"/>
            <a:ext cx="333375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F5B882-C387-42AC-A6C6-F9B5D256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28900"/>
            <a:ext cx="2724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HSKK STUDY</a:t>
            </a:r>
          </a:p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C40F1-B34A-41EE-86EB-B7084F1B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600450"/>
            <a:ext cx="2286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중급 시험 구조</a:t>
            </a:r>
          </a:p>
          <a:p xmlns:a="http://schemas.openxmlformats.org/drawingml/2006/main">
            <a:pPr algn="ctr">
              <a:def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초/중급 난이도</a:t>
            </a:r>
          </a:p>
          <a:p xmlns:a="http://schemas.openxmlformats.org/drawingml/2006/main">
            <a:pPr algn="ctr">
              <a:def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한자 · 병음 · 한국어 뜻</a:t>
            </a:r>
          </a:p>
          <a:p xmlns:a="http://schemas.openxmlformats.org/drawingml/2006/main">
            <a:pPr algn="ctr">
              <a:def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30분 학습 템플릿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7F11C0-A8EC-40DB-AFD0-5B156456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2427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97934D-29CD-4340-BF45-BED42561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71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1A77C9-CAEE-4530-81A3-E7D4D002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995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산출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1C6DC7-BB05-49B4-B686-59FD3D33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43150"/>
            <a:ext cx="1619250" cy="17907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A3D146-BBD9-4846-9E02-AFB7BA65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43150"/>
            <a:ext cx="66675" cy="1790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044368-6ACF-41DD-9408-728758E9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51460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_workspace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84B78B-9970-437D-B9AB-E8089707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857500"/>
            <a:ext cx="1295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레슨 · 진단 · 모의고사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복습표 · 진행 보고서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일일 상태 JSON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8F02AB-B8D8-4EFC-8A84-FF14FDC8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62450"/>
            <a:ext cx="1619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F1DB71-55E9-40C0-A079-D8A14991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62450"/>
            <a:ext cx="66675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5DEAAD-E707-4C2B-8BC8-1891B662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533900"/>
            <a:ext cx="129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mobile/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545F81-24F2-4B58-B3A6-84F07D66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876800"/>
            <a:ext cx="1295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index.html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홈화면 바로가기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175C37-E418-4080-9A5A-A3ECB25B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9E7BB7-4C6D-44AC-A9EE-800ABE5B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BF4305-3280-4750-9C5D-5CE6CA77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3930279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59BBA7-EE21-41DA-9DDC-BE0DECAA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875F15-E2AF-4A4E-B5B1-3BFA74C5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638FBC-636C-4862-A499-697517BC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LEARNER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4994E-0866-4543-BE08-66C03DE6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3C662-524F-4A2C-A67E-1C837085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학습자는 휴대폰에서 열고, 말하고, 메모를 복사하면 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0BED21-E205-4BDA-B274-690610FA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2667000" cy="37338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94BDFE-169D-479E-85DF-913ACAB0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324100" cy="33337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A7753-32B5-486B-803C-C17F0A03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Lesson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AC64E-C526-48D6-8C54-5A1564C7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교통과 이동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FDA142-5FEE-4D33-8051-F4426B9F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09950"/>
            <a:ext cx="628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FEFEC"/>
          </a:solidFill>
          <a:ln xmlns:a="http://schemas.openxmlformats.org/drawingml/2006/main" w="0">
            <a:solidFill>
              <a:srgbClr val="DFEF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D4F04E-5615-4AC2-B30E-B504DF70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57575"/>
            <a:ext cx="628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HANZI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6147A-F595-4A17-AF71-501CA2E1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90950"/>
            <a:ext cx="190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我坐地铁去公司。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BE098-F930-45A4-9AA1-8DB838A4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91000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Wǒ zuò dìtiě qù gōngsī.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6FEEF-18AC-43A3-A7A0-927CEC44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저는 지하철을 타고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회사에 갑니다.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9F3681-C099-4F44-8D82-943E81F7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241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C6CDC8-3CBF-422D-8D06-84847A3A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2887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5FE713-6AA8-410F-8516-AE1591E9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홈화면에서 열기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AA35F8-E4ED-456C-B82B-5FA028AB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86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GitHub Pages URL은 고정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3E969C-3C96-462B-83D8-FC1FF9C6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19425"/>
            <a:ext cx="57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EB2F98-3F21-4734-B21D-CC2F03FC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8670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7CCD33-2F74-4640-BFAE-D740CF27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62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0A2E9E-D7D9-4EA4-9800-0144D9D1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6707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ECBD0E-6292-485E-A244-C22C82A0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813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병음을 보며 말하기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83489-4CCA-4017-B375-A5177C77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짧은 문장부터 반복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6C224C-B5F3-442C-92AD-D3D346AB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57625"/>
            <a:ext cx="57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CEE387-7B65-43BD-935D-A21FEB4A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7052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7A5A7E-3065-413D-8D52-2F1B06BE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467EAC-D9BC-44C3-B08D-4868D814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0527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5EB96D-69E0-467A-AF6D-6E60AE5F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195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자기채점 기록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385192-4280-448F-90C7-A2927DC4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62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발음 · 반복 · 유창성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8445ED-F583-4195-B9DD-41A06AA9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695825"/>
            <a:ext cx="57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38ADAC-BA06-458B-B21D-075E62D4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5434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DD6909-BE14-49A8-9ADD-990678AD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387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F65E1D-11CD-4FF6-AD38-2B96FA48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4347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7C8FCD-F747-46D6-B839-FF69F989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57750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메모 복사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CD48E5-0156-425C-8239-3DFBB427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2006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다음 약점 분석에 활용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4F69CF-64F0-48EF-8528-DA547567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3365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rPr>
              <a:t>핵심 변화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796535-8BB1-4153-8E40-2554489B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819400"/>
            <a:ext cx="1638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학습 자료를</a:t>
            </a:r>
          </a:p>
          <a:p xmlns:a="http://schemas.openxmlformats.org/drawingml/2006/main">
            <a:pPr algn="l">
              <a:defRPr sz="20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‘읽는 파일’에서</a:t>
            </a:r>
          </a:p>
          <a:p xmlns:a="http://schemas.openxmlformats.org/drawingml/2006/main">
            <a:pPr algn="l">
              <a:defRPr sz="20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‘사용하는 화면’으로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D955B0-1B8C-41A2-9CA2-7E95229E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6E3254-EEB8-4C13-B383-F3E9B5A2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CFE0DA-006F-4E67-9947-525554D5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154955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4F7016-45ED-40F9-969B-56ED8692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20D88-C925-4005-BD10-94FB64EA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39C4F-09E1-48CA-9AA7-58897716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AUTOMATION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DFE9B-9670-4D54-89B8-34D933F4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0903A-FD8D-4B92-90D1-B18BB315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오전 8시, 생성부터 카톡 도착까지 하나의 파이프라인이 실행됩니다.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A9959F-B6D9-4076-8429-1FB2779C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1562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CAC566-3B29-4CE9-B9F1-D3A9899C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43125"/>
            <a:ext cx="1562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08:00 ASIA/SEOUL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0DF83-0015-4B0E-97CF-E560FB07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809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B3337-9F8D-4193-8556-F4D848ED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66675" cy="1466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942E02-8493-4381-B286-16DEAF51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1485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Codex 자동화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31AD1-5C3B-41C0-AFFF-8BBD5E97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67100"/>
            <a:ext cx="14859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매일 오전 8시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통합 스크립트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F69835-BDB6-4B2E-807E-1E78DEE0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0752D6-FF07-4626-AA49-A17E9A17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D9093A-4646-496C-BE9D-D125412C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09975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5CB2F6-FC51-4E03-B6FE-EC5A39F1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4575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2C6B6F-0D0B-4375-AE9E-14A547E0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52750"/>
            <a:ext cx="1809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859CF-5D10-471E-B012-289C2D64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52750"/>
            <a:ext cx="66675" cy="1466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69A30E-553F-45D9-99F1-03E9CC11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24200"/>
            <a:ext cx="1485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레슨 생성기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DF694A-596C-4853-B91A-187859E3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67100"/>
            <a:ext cx="14859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날짜·상태 확인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중복 생성 방지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318387-3B78-4B01-A2D2-DA465729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432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E75D64-166E-4E85-A24B-7B05F482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813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30C1EE-EB5C-443D-B32A-70609F29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09975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3E4981-B50F-47AF-87F5-67C529C9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4575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E0ABB9-3909-4928-99F6-485B4AD9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52750"/>
            <a:ext cx="1809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17E04-4313-4655-9677-FD5BCAA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52750"/>
            <a:ext cx="66675" cy="1466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C59359-EAEC-4624-9FE8-8A0A8ACE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24200"/>
            <a:ext cx="1485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모바일 빌더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8F1EE-1C73-4770-B723-EF8B8C93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467100"/>
            <a:ext cx="14859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index.html 재생성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홈화면 URL 유지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87C3E9-DED4-4AF3-9420-6E662FD4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D2F5A0-42EE-4E69-9D37-94BFE02A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813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120090-6CF8-495D-A66E-05102C63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09975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96FBC7-C3EE-4D36-B6A4-24816FD9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575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B2ACB7-E105-42BD-8FFC-97F5AF1F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52750"/>
            <a:ext cx="1809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EC16E6-6BA9-4CD2-83A3-3E60B43B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52750"/>
            <a:ext cx="66675" cy="1466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EBAA73-2C13-45DD-ABE5-B1F37C0C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24200"/>
            <a:ext cx="1485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GitHub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8D5849-601B-406D-A3F6-F311D033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67100"/>
            <a:ext cx="14859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변경 있을 때만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commit + push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5FB8D0-B4F3-442F-A32E-11CB3873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432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2F2DCA-25C5-4606-9009-6257D354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36C8A6-2F73-47CB-AB04-126ACAA9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09975"/>
            <a:ext cx="19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DE8C86-0B58-4BB8-8054-7C9CBE46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575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EBFAAA-8A22-41CC-96AE-F08B33F4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952750"/>
            <a:ext cx="1809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CD76DD-AD36-4799-AE80-C62E7949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952750"/>
            <a:ext cx="66675" cy="1466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D3FFB4-5954-4F6C-AE33-C92D2C3B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24200"/>
            <a:ext cx="1485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Kakao API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130055-DA9B-4217-9326-4A94947E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467100"/>
            <a:ext cx="14859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토큰 갱신 후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나에게 보내기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5465A6-B5A4-48CC-A1C7-CAEFB27D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432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5DBC29-6D7A-4B2B-A12F-C6534B01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813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F487BA-519A-4C23-BE67-6559B390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0"/>
            <a:ext cx="10668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7EBCF"/>
          </a:solidFill>
          <a:ln xmlns:a="http://schemas.openxmlformats.org/drawingml/2006/main" w="0">
            <a:solidFill>
              <a:srgbClr val="F7EBC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2822F8-3968-46BB-872E-F22B95B8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816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운영 안전장치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348D49-5296-4AE3-AB3D-1E1D1D8C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181600"/>
            <a:ext cx="838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같은 날짜에는 rebuild만 수행  ·  변경이 없으면 push 생략  ·  토큰 오류는 명확하게 보고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AE1068-A87D-4022-AA1A-BDE2F8B4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BCDDE95-9AF0-4E03-B0EF-D1B50D00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A4BDF9-C8D5-481E-A69E-663A1BFF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40617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80ADFF-A7AD-4479-B3E9-836646A2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84A19-20A0-438C-837F-72D36972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62688-2415-45FB-A485-694F3632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VERIFICATION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5FB5B-57F6-4A3E-82C6-A05B492A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43111-769D-443C-82ED-529388B9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구현 결과는 코드, 배포, API 응답으로 각각 검증했습니다.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3CE3A-823A-47EE-9542-020CD104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988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29E18B-D738-40E4-BF82-DED64B82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337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01427-EF52-4481-A72B-1E083A9A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81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1d64db7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38D7A-05C3-4EEB-A888-F725E309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Harness 적용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1B99F-C54E-4CFE-9A2E-3B7B73C9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56 + 57 병합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9F04F-670E-4C26-A5E7-883B079E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337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28E903-4BE2-4561-9F58-7F71E555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81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44d1f93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61CFA-0A6F-4200-8B0A-50567355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3718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모바일/카카오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55F05-1427-4A45-B8F3-38D5F1ED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9570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병음 화면 · 발송기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B5D21B-75A8-4519-BE85-FAF628B0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9337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7F2CA-94C6-4A19-B31D-D9F7216C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381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3e61ff1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E9D91-2C06-4D85-AE36-5C64A4B0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718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완전 자동화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8383D8-B116-4B4C-A067-CAFAAE82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69570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일일 생성 파이프라인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BE9740-42FE-4EF5-A571-30EB2C30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9337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8E361D-60DE-4572-9B35-67B691A9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81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23b005d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7438AD-DA32-468A-9678-C983C08D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718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실행 증거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D433DB-3581-4949-B20E-E19E4A6D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Lesson 02 자동 생성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D45A86-B3D9-4A05-AF7C-05AD700E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9337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D6E874-8185-4CC7-B8EF-CB88C6B6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381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b30ca05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AF2500-1EEE-4CA5-B8BA-1A405321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71850"/>
            <a:ext cx="1657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API 인증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0403C0-1995-4D87-B46B-C942A6DA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695700"/>
            <a:ext cx="1657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Client Secret 지원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35B934-1233-43E0-8F98-37DC52B1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744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D3AF2D-5AC6-46B1-B87E-135322AF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72050"/>
            <a:ext cx="1066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49DD25-0D9F-464E-9A28-668A4086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9675"/>
            <a:ext cx="1066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KAKAO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577051-51F5-4E9B-B263-3F38187F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530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8EFEC"/>
                </a:solidFill>
                <a:latin typeface="Aptos Mono"/>
                <a:ea typeface="Aptos Mono"/>
                <a:cs typeface="Aptos Mono"/>
              </a:defRPr>
            </a:pPr>
            <a:r>
              <a:rPr sz="1875" b="1">
                <a:solidFill>
                  <a:srgbClr val="D8EFEC"/>
                </a:solidFill>
                <a:latin typeface="Aptos Mono"/>
                <a:ea typeface="Aptos Mono"/>
                <a:cs typeface="Aptos Mono"/>
              </a:rPr>
              <a:t>{"result_code": 0}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6C3790-D0B9-4489-9746-96C832B7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0101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‘나에게 보내기’ 메시지 발송 성공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574718-5C2D-4895-A7A7-F0AA5491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A6A0E6-258D-4C77-B056-B5C11FF1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DD750F-07A5-42A9-BB2A-DDA2047B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041907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0C158-B8F6-4496-90AA-BACB576F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3C498-F17E-4248-8D53-6A275F7F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2D2C1-9319-4214-B497-F831541A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NEXT ITERATION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1F4EF-396C-450B-AF60-0842CF67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D66562-3D3A-4FE0-A3C0-7BFFE8FB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다음 단계는 학습 기록을 다시 콘텐츠 생성에 연결하는 것입니다.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82893-BB27-441B-8A61-0F3195B7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19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자동 전달은 완성됐습니다. 이제 개인화 정확도를 높일 차례입니다.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5F0CF5-B6FB-48B8-BCB1-F8FE75CE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1242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474C9-B93A-421F-BE8C-B1FC578D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66D2B6-2B7C-4529-B994-99031668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5E4CD-FC70-4475-9A90-C0E44197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052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전달 자동화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05B75-C66F-43FD-AA0B-91D2C226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43350"/>
            <a:ext cx="2533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생성 · 배포 · 카톡 알림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9B833-D5EE-4E00-8140-C9CA1F46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05100"/>
            <a:ext cx="31242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18DCB7-0445-4C72-88FE-353623B8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527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A9D35-257B-43AD-B287-27B62445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0037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23B02-0A5A-4FCD-9B1A-7618D821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052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피드백 수집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BB5A85-A8DF-4406-B47D-32E3129B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943350"/>
            <a:ext cx="2533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모바일 메모 · 자기채점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4A1B0-6FFD-450C-AABC-C694F48A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31242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22C93-5BD7-47A2-A221-BC3467E3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52750"/>
            <a:ext cx="800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D9A44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E10964-5ECE-4495-8FC6-F7C9B82E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037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D10D4F-F988-4C90-B89E-B4AAB4F6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052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약점 기반 개인화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2E7B6D-96C0-4326-B146-9CE7E268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43350"/>
            <a:ext cx="2533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발음 · 반복 · 유창성 보강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10A58F-B0A9-423F-9BC7-B487DCDF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105537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63E93F-2D7E-4B09-8B1A-5CC788B7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197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운영 체크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B275C6-6661-4795-AA12-419EC95C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219700"/>
            <a:ext cx="842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GitHub Pages 활성화  ·  Kakao 토큰 유지  ·  오전 8시 자동화 상태 확인  ·  학습 메모 회수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18B937-31BD-499F-B30D-9F18E63B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4F0B10-4986-4173-8ABC-4FBE3B76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C917C-D8B2-4F11-A8CB-B5CD4FD0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428875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2026-05-30T14:22:25.2270000Z</dcterms:created>
  <dcterms:modified xsi:type="dcterms:W3CDTF">2026-05-30T14:22:25.2270000Z</dcterms:modified>
</coreProperties>
</file>