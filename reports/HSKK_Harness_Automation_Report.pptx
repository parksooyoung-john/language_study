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57ba46a0d454303" /><Relationship Type="http://schemas.openxmlformats.org/officeDocument/2006/relationships/extended-properties" Target="/docProps/app.xml" Id="R7ffc3248cf2c46d1" /><Relationship Type="http://schemas.openxmlformats.org/officeDocument/2006/relationships/officeDocument" Target="/ppt/presentation.xml" Id="Rc831fb3e7e714ef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3e3247de61a456d"/>
  </p:sldMasterIdLst>
  <p:notesMasterIdLst>
    <p:notesMasterId xmlns:r="http://schemas.openxmlformats.org/officeDocument/2006/relationships" r:id="R993b1a4014564f1e"/>
  </p:notesMasterIdLst>
  <p:sldIdLst>
    <p:sldId xmlns:r="http://schemas.openxmlformats.org/officeDocument/2006/relationships" id="256" r:id="Rd4801fc07aeb4424"/>
    <p:sldId xmlns:r="http://schemas.openxmlformats.org/officeDocument/2006/relationships" id="257" r:id="R50eb5d65609b412f"/>
    <p:sldId xmlns:r="http://schemas.openxmlformats.org/officeDocument/2006/relationships" id="258" r:id="R0a5b8040619b465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e3247de61a456d" /><Relationship Type="http://schemas.openxmlformats.org/officeDocument/2006/relationships/theme" Target="/ppt/theme/theme1.xml" Id="Rc1adc58826fa4f77" /><Relationship Type="http://schemas.openxmlformats.org/officeDocument/2006/relationships/notesMaster" Target="/ppt/notesMasters/notesMaster1.xml" Id="R993b1a4014564f1e" /><Relationship Type="http://schemas.openxmlformats.org/officeDocument/2006/relationships/presProps" Target="/ppt/presProps.xml" Id="Rdc21647695a24dfa" /><Relationship Type="http://schemas.openxmlformats.org/officeDocument/2006/relationships/viewProps" Target="/ppt/viewProps.xml" Id="Rd4663a7cde164e01" /><Relationship Type="http://schemas.openxmlformats.org/officeDocument/2006/relationships/tableStyles" Target="/ppt/tableStyles.xml" Id="R5106870a78d44662" /><Relationship Type="http://schemas.openxmlformats.org/officeDocument/2006/relationships/slide" Target="/ppt/slides/slide1.xml" Id="Rd4801fc07aeb4424" /><Relationship Type="http://schemas.openxmlformats.org/officeDocument/2006/relationships/slide" Target="/ppt/slides/slide2.xml" Id="R50eb5d65609b412f" /><Relationship Type="http://schemas.openxmlformats.org/officeDocument/2006/relationships/slide" Target="/ppt/slides/slide3.xml" Id="R0a5b8040619b465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d31e4bf70e31430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a24aef30ba84392" /><Relationship Type="http://schemas.openxmlformats.org/officeDocument/2006/relationships/notesMaster" Target="/ppt/notesMasters/notesMaster1.xml" Id="R3ab64c2eef65452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faf019060944e90" /><Relationship Type="http://schemas.openxmlformats.org/officeDocument/2006/relationships/notesMaster" Target="/ppt/notesMasters/notesMaster1.xml" Id="R48c79a95a9cd468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47dc24346be42e0" /><Relationship Type="http://schemas.openxmlformats.org/officeDocument/2006/relationships/notesMaster" Target="/ppt/notesMasters/notesMaster1.xml" Id="Ra7fab2234cc0434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1ff7fe12ab4f1e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16c8a6c1b646499c" /><Relationship Type="http://schemas.openxmlformats.org/officeDocument/2006/relationships/slideLayout" Target="/ppt/slideLayouts/slideLayout2.xml" Id="R9838a58c83b1438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838a58c83b1438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9e4ed36cfc543ee" /><Relationship Type="http://schemas.openxmlformats.org/officeDocument/2006/relationships/notesSlide" Target="/ppt/notesSlides/notesSlide1.xml" Id="R5685154401b5407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ac3f0cde5714ebc" /><Relationship Type="http://schemas.openxmlformats.org/officeDocument/2006/relationships/notesSlide" Target="/ppt/notesSlides/notesSlide2.xml" Id="R5c71fa1474bf430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c13e3b511474889" /><Relationship Type="http://schemas.openxmlformats.org/officeDocument/2006/relationships/notesSlide" Target="/ppt/notesSlides/notesSlide3.xml" Id="R13f9fc71673247c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8192444-516D-4B3D-B11E-64363887B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0"/>
          </a:solidFill>
          <a:ln xmlns:a="http://schemas.openxmlformats.org/drawingml/2006/main" w="0">
            <a:solidFill>
              <a:srgbClr val="F7F5F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56283F-BE20-4224-83FA-EBD7382FF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838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438"/>
          </a:solidFill>
          <a:ln xmlns:a="http://schemas.openxmlformats.org/drawingml/2006/main" w="0">
            <a:solidFill>
              <a:srgbClr val="15343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EDA063-A198-421B-96AA-94912F1FA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27432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7F4995-8ADF-4B67-B3DB-634EED2BF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2925"/>
            <a:ext cx="2743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LANGUAGE STUDY · HSKK INTERMEDIATE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1564F5-4842-482E-BFEE-9C80E080D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7334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AX를 일상으로.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7333DD-8B0A-4CD7-BD4E-CF61CD715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47850"/>
            <a:ext cx="876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D8EFEC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D8EFEC"/>
                </a:solidFill>
                <a:latin typeface="Malgun Gothic"/>
                <a:ea typeface="Malgun Gothic"/>
                <a:cs typeface="Malgun Gothic"/>
              </a:rPr>
              <a:t>Language 학습을 매일 실행되는 경험으로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624358-486B-4304-9C22-8E57B050F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19450"/>
            <a:ext cx="7734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파일로 존재하던 Claude Code Harness를 HSKK 중급 학습 루프로 전환했습니다.</a:t>
            </a:r>
          </a:p>
          <a:p xmlns:a="http://schemas.openxmlformats.org/drawingml/2006/main">
            <a:pPr algn="l">
              <a:defRPr sz="1500" b="0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두 개의 Harness를 병합하고, 병음 포함 모바일 학습 화면과 오전 8시 카톡 알림을 연결했습니다.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CC5590-7D38-436F-85BB-1F8EAC6DB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5770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B494AF-A27E-47D0-8CDB-2E9B44497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2920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Harness 병합</a:t>
            </a:r>
          </a:p>
          <a:p xmlns:a="http://schemas.openxmlformats.org/drawingml/2006/main">
            <a:pPr algn="l">
              <a:defRPr sz="12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Language Tutor + Exam Prep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EA0090-B5A9-4DF4-83FF-EF10D2BF1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457700"/>
            <a:ext cx="2552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E76F51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E76F51"/>
                </a:solidFill>
                <a:latin typeface="Aptos Display"/>
                <a:ea typeface="Aptos Display"/>
                <a:cs typeface="Aptos Display"/>
              </a:rPr>
              <a:t>30분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5F9E7A-34BD-400A-A539-AD29B9CA3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029200"/>
            <a:ext cx="2552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일일 말하기 학습</a:t>
            </a:r>
          </a:p>
          <a:p xmlns:a="http://schemas.openxmlformats.org/drawingml/2006/main">
            <a:pPr algn="l">
              <a:defRPr sz="12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초/중급 · 한자+병음+뜻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40E336-B4AE-42D8-B764-09A530A4A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45770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D9A441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D9A441"/>
                </a:solidFill>
                <a:latin typeface="Aptos Display"/>
                <a:ea typeface="Aptos Display"/>
                <a:cs typeface="Aptos Display"/>
              </a:rPr>
              <a:t>08:00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4533-8B2C-40D0-BBFC-58FB224E2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02920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자동 전달</a:t>
            </a:r>
          </a:p>
          <a:p xmlns:a="http://schemas.openxmlformats.org/drawingml/2006/main">
            <a:pPr algn="l">
              <a:defRPr sz="12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레슨 생성 · 배포 · 카톡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F43FAB-419C-40F8-816A-05C6AAF44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219450"/>
            <a:ext cx="2247900" cy="22098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5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19ACD8-6EEC-4ACE-90E1-13A616708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48615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DAILY AX LOOP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24C52E-3DDF-4DDE-8D81-740A9EB8E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94335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A32D73-5F5A-4C13-8B2F-D76DD309B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914775"/>
            <a:ext cx="1352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레슨 생성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3F5E82-8824-49D5-BB53-CF856E3DE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105275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5D8"/>
          </a:solidFill>
          <a:ln xmlns:a="http://schemas.openxmlformats.org/drawingml/2006/main" w="0">
            <a:solidFill>
              <a:srgbClr val="C9D5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C503D2-FC14-433E-BA35-A5DD84153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3053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B04B23-0D14-44C8-9799-CC60CEB95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276725"/>
            <a:ext cx="1352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모바일 반영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D3DC1C-2462-4AD0-BF12-FD4F2C942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467225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5D8"/>
          </a:solidFill>
          <a:ln xmlns:a="http://schemas.openxmlformats.org/drawingml/2006/main" w="0">
            <a:solidFill>
              <a:srgbClr val="C9D5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DBA580-5984-4D71-96C1-7BC3CDE16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66725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3C90AF-9CA1-454C-8534-190F2B368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638675"/>
            <a:ext cx="1352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카톡 도착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97BFB6-43AF-4591-8881-85F4620EC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829175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5D8"/>
          </a:solidFill>
          <a:ln xmlns:a="http://schemas.openxmlformats.org/drawingml/2006/main" w="0">
            <a:solidFill>
              <a:srgbClr val="C9D5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EFF1CF5-B371-49B2-BB84-64514DEEA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50292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A60D15-FC88-4ADA-BCA2-8487BF338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5000625"/>
            <a:ext cx="1352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말하기 실행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0AA82F7-8998-4DA0-8385-49ABE0C54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5D8"/>
          </a:solidFill>
          <a:ln xmlns:a="http://schemas.openxmlformats.org/drawingml/2006/main" w="0">
            <a:solidFill>
              <a:srgbClr val="C9D5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3C8843-BF89-4153-965A-9637ADC1E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Language Study · HSKK Harness Report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4DFAFC4-4A4A-4C4E-96ED-8D568CE5D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84048699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FC29A00-E9EE-45B9-B0EE-FC58DE52C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0"/>
          </a:solidFill>
          <a:ln xmlns:a="http://schemas.openxmlformats.org/drawingml/2006/main" w="0">
            <a:solidFill>
              <a:srgbClr val="F7F5F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55950B-7FD0-418E-9414-544F3185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13046C-4D53-43F9-B571-7598B0FCC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71475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MOBILE LEARNING EXPERIENCE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9EF9C5-84CC-40C0-A2B7-FC47CEDAA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0005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D77541-47A6-47B0-8AFE-5EAF2955E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생성된 학습 페이지를 홈 화면에 추가하고, 매일 아침 카톡으로 다시 만납니다.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12C61B-78C1-4DE0-8371-23BB69E33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57350"/>
            <a:ext cx="1019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GitHub Pages URL은 고정됩니다. 사용자는 앱처럼 필요할 때 열고, 오전 8시 알림으로 학습 루틴을 이어갑니다.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2453F6-AEDD-42EE-B26B-B39686AFF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66950"/>
            <a:ext cx="2076450" cy="31051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153438"/>
          </a:solidFill>
          <a:ln xmlns:a="http://schemas.openxmlformats.org/drawingml/2006/main" w="0">
            <a:solidFill>
              <a:srgbClr val="15343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08D76F-A135-4D51-97F1-8860747CB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19350"/>
            <a:ext cx="1809750" cy="278130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05E03D-412C-4B4A-A476-AD04A9EB8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28900"/>
            <a:ext cx="1333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HSKK Study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0AD9BF-7398-432A-A039-A7D1B951F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05150"/>
            <a:ext cx="9906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DFEFEC"/>
          </a:solidFill>
          <a:ln xmlns:a="http://schemas.openxmlformats.org/drawingml/2006/main" w="0">
            <a:solidFill>
              <a:srgbClr val="DFEF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F0C39B-20BC-45E0-9146-E74AC1292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52775"/>
            <a:ext cx="990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HOME SCREEN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FF47F1-F12B-4D13-8494-C126FA890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00450"/>
            <a:ext cx="5524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20F484-4508-44BD-A744-C8961E5AC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81425"/>
            <a:ext cx="552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HSKK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D9F3A4-76FB-4C5B-9FA2-9556A7F4E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24350"/>
            <a:ext cx="1409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홈 화면에 추가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2A7DCC-9DF4-492D-94FF-5817AE83F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48200"/>
            <a:ext cx="1428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GitHub Pages URL을 앱처럼 바로 열기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790AF7-C9F7-45D8-8943-008E75A13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705225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DDF6CF-10AD-4F66-8267-042F3A875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552825"/>
            <a:ext cx="209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C8532D-C1A9-44E4-AB5A-52518DB12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333750"/>
            <a:ext cx="819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앱처럼 열기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49A705-9719-467C-AEC3-2A69A416A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266950"/>
            <a:ext cx="3124200" cy="3105150"/>
          </a:xfrm>
          <a:prstGeom xmlns:a="http://schemas.openxmlformats.org/drawingml/2006/main" prst="roundRect">
            <a:avLst>
              <a:gd name="adj" fmla="val 24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5D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E96F4E-618B-427C-966E-9B18DBDE0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14600"/>
            <a:ext cx="18097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BE6DF"/>
          </a:solidFill>
          <a:ln xmlns:a="http://schemas.openxmlformats.org/drawingml/2006/main" w="0">
            <a:solidFill>
              <a:srgbClr val="FBE6D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2728F3-CEDF-4244-BC3E-661525A1F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62225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E76F5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E76F51"/>
                </a:solidFill>
                <a:latin typeface="Malgun Gothic"/>
                <a:ea typeface="Malgun Gothic"/>
                <a:cs typeface="Malgun Gothic"/>
              </a:rPr>
              <a:t>TODAY'S LESSON EXAMPLE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C15C2F-F2A4-4351-B698-12C4BC5FB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28950"/>
            <a:ext cx="2552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Lesson 02 · 교통과 이동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26D707-9D4F-4F01-ABEB-8745B0F21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638550"/>
            <a:ext cx="238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我坐地铁去公司。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4B9D86D-1F31-4D84-9002-251980B40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019550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Wǒ zuò dìtiě qù gōngsī.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A9CE010-6F31-4490-BC2C-18E584073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419600"/>
            <a:ext cx="2571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저는 지하철을 타고 회사에 갑니다.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53A9C9-FCB8-4EF6-874C-D32AC209E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876800"/>
            <a:ext cx="2571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76F51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E76F51"/>
                </a:solidFill>
                <a:latin typeface="Malgun Gothic"/>
                <a:ea typeface="Malgun Gothic"/>
                <a:cs typeface="Malgun Gothic"/>
              </a:rPr>
              <a:t>말하기 포인트  ·  교통수단 + 목적지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D19DAA2-A3EA-4A54-9D36-B4B7A5E24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705225"/>
            <a:ext cx="495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748FEDE-02A2-4D47-84BC-935FCEEA8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552825"/>
            <a:ext cx="209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&gt;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11F19B-D936-43E9-BCCB-3F1FB582F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390900"/>
            <a:ext cx="400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08:00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2A938FF-1986-4EDE-AD48-D5873480A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266950"/>
            <a:ext cx="2876550" cy="3105150"/>
          </a:xfrm>
          <a:prstGeom xmlns:a="http://schemas.openxmlformats.org/drawingml/2006/main" prst="roundRect">
            <a:avLst>
              <a:gd name="adj" fmla="val 2649"/>
            </a:avLst>
          </a:prstGeom>
          <a:solidFill xmlns:a="http://schemas.openxmlformats.org/drawingml/2006/main">
            <a:srgbClr val="153438"/>
          </a:solidFill>
          <a:ln xmlns:a="http://schemas.openxmlformats.org/drawingml/2006/main" w="0">
            <a:solidFill>
              <a:srgbClr val="15343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E64B576-2ACD-4B34-805E-D5BC50FE6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533650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8EFEC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D8EFEC"/>
                </a:solidFill>
                <a:latin typeface="Malgun Gothic"/>
                <a:ea typeface="Malgun Gothic"/>
                <a:cs typeface="Malgun Gothic"/>
              </a:rPr>
              <a:t>KAKAO TALK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C65B36D-8398-4E39-83AA-365B7DA46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09900"/>
            <a:ext cx="232410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E9BBAF0-A274-4080-99A3-26E338CF7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21945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오늘의 HSKK 30분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C663FDB-9DF5-4869-9A03-48650A60E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638550"/>
            <a:ext cx="1943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Lesson 02: 교통과 이동</a:t>
            </a:r>
          </a:p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복습: D+1 문장 3개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C7EBD43-ADA2-4C7F-A179-62349E5CB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267200"/>
            <a:ext cx="14668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A5AD0DF-C78F-4956-A7FC-9C0125530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324350"/>
            <a:ext cx="1466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모바일 학습 열기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E920331-0E3B-4B4F-AEDE-AF0550B54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781550"/>
            <a:ext cx="2095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8EFEC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D8EFEC"/>
                </a:solidFill>
                <a:latin typeface="Malgun Gothic"/>
                <a:ea typeface="Malgun Gothic"/>
                <a:cs typeface="Malgun Gothic"/>
              </a:rPr>
              <a:t>매일 아침 카톡으로</a:t>
            </a:r>
          </a:p>
          <a:p xmlns:a="http://schemas.openxmlformats.org/drawingml/2006/main">
            <a:pPr algn="l">
              <a:defRPr sz="1200" b="1">
                <a:solidFill>
                  <a:srgbClr val="D8EFEC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D8EFEC"/>
                </a:solidFill>
                <a:latin typeface="Malgun Gothic"/>
                <a:ea typeface="Malgun Gothic"/>
                <a:cs typeface="Malgun Gothic"/>
              </a:rPr>
              <a:t>오늘의 링크 도착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B16438E-8278-4894-AFB8-EE907E080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5D8"/>
          </a:solidFill>
          <a:ln xmlns:a="http://schemas.openxmlformats.org/drawingml/2006/main" w="0">
            <a:solidFill>
              <a:srgbClr val="C9D5D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4C348DC-D2CB-444E-B519-41D2BD1CC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Language Study · HSKK Harness Report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5A2E02E-42D0-46FB-879B-314A2CAC4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5808745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654755D-42BC-499B-B5A2-D0DA1671C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0"/>
          </a:solidFill>
          <a:ln xmlns:a="http://schemas.openxmlformats.org/drawingml/2006/main" w="0">
            <a:solidFill>
              <a:srgbClr val="F7F5F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AC657A-AAE2-446C-B9EB-6820D8491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4CC30D-8886-4C55-91DD-CE3B57C26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71475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END-TO-END 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4EFB12-BB52-43A0-B9CB-D52968A50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0005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2984B1-F60F-4D65-AA84-116D6C01E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Harness 병합부터 카톡 도착까지, 하나의 일상 루프로 연결했습니다.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33DABB-9813-4FFF-A936-68B423088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57350"/>
            <a:ext cx="1019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시험 준비 구조와 매일 학습 루프를 분리해서 설계하고 자동 전달 파이프라인으로 묶었습니다.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3C9577-722A-4EA7-90C5-E3D054094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09800"/>
            <a:ext cx="19812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5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F4404A-60C1-4DF8-906B-F3DA32737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09800"/>
            <a:ext cx="66675" cy="1104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1457CA-EED7-4110-83DF-FAAAC8D07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81250"/>
            <a:ext cx="1657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56 · Tutor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B787A5-A085-4FD5-AC55-3EC5713D7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241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레벨 보정 · 커리큘럼</a:t>
            </a:r>
          </a:p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레슨 · 퀴즈 · 복습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752989-7932-45DA-A836-DB972E94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05200"/>
            <a:ext cx="19812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5D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BC2B6D-D02E-411B-925C-866EFCDF8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05200"/>
            <a:ext cx="66675" cy="1104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A441"/>
          </a:solidFill>
          <a:ln xmlns:a="http://schemas.openxmlformats.org/drawingml/2006/main" w="0">
            <a:solidFill>
              <a:srgbClr val="D9A44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39BDB5-BE17-4883-9151-CDD3EFD19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76650"/>
            <a:ext cx="1657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57 · Exam Prep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693C83-C946-4721-A51A-AA9C32AFC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195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시험 구조 · 진단 · 설계</a:t>
            </a:r>
          </a:p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모의고사 · 오답 분석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66B0E6-6CF9-4650-9B5C-0773A1D2D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209925"/>
            <a:ext cx="685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F99127-FB22-48FE-8DD3-24D2B4EB6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57525"/>
            <a:ext cx="209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46F6C8-B39B-4EF5-90E2-03AB72661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895600"/>
            <a:ext cx="590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병합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74F12F-ACA4-40F8-88D9-1B4B2E503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324100"/>
            <a:ext cx="21336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153438"/>
          </a:solidFill>
          <a:ln xmlns:a="http://schemas.openxmlformats.org/drawingml/2006/main" w="0">
            <a:solidFill>
              <a:srgbClr val="15343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3E4977-FA16-4B99-83E9-516E464D5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647950"/>
            <a:ext cx="15621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HSKK STUDY</a:t>
            </a:r>
          </a:p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HARNESS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D42FBF-F986-4C3A-BE0C-BCDAD2D94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467100"/>
            <a:ext cx="14859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D8EFEC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D8EFEC"/>
                </a:solidFill>
                <a:latin typeface="Malgun Gothic"/>
                <a:ea typeface="Malgun Gothic"/>
                <a:cs typeface="Malgun Gothic"/>
              </a:rPr>
              <a:t>중급 시험 구조</a:t>
            </a:r>
          </a:p>
          <a:p xmlns:a="http://schemas.openxmlformats.org/drawingml/2006/main">
            <a:pPr algn="ctr">
              <a:defRPr sz="1125" b="1">
                <a:solidFill>
                  <a:srgbClr val="D8EFEC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D8EFEC"/>
                </a:solidFill>
                <a:latin typeface="Malgun Gothic"/>
                <a:ea typeface="Malgun Gothic"/>
                <a:cs typeface="Malgun Gothic"/>
              </a:rPr>
              <a:t>초/중급 난이도</a:t>
            </a:r>
          </a:p>
          <a:p xmlns:a="http://schemas.openxmlformats.org/drawingml/2006/main">
            <a:pPr algn="ctr">
              <a:defRPr sz="1125" b="1">
                <a:solidFill>
                  <a:srgbClr val="D8EFEC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D8EFEC"/>
                </a:solidFill>
                <a:latin typeface="Malgun Gothic"/>
                <a:ea typeface="Malgun Gothic"/>
                <a:cs typeface="Malgun Gothic"/>
              </a:rPr>
              <a:t>한자 · 병음 · 한국어 뜻</a:t>
            </a:r>
          </a:p>
          <a:p xmlns:a="http://schemas.openxmlformats.org/drawingml/2006/main">
            <a:pPr algn="ctr">
              <a:defRPr sz="1125" b="1">
                <a:solidFill>
                  <a:srgbClr val="D8EFEC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D8EFEC"/>
                </a:solidFill>
                <a:latin typeface="Malgun Gothic"/>
                <a:ea typeface="Malgun Gothic"/>
                <a:cs typeface="Malgun Gothic"/>
              </a:rPr>
              <a:t>30분 학습 템플릿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CD9ED2-1856-42B7-9048-207ED2808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209925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66FF7B-5C86-462F-9BB8-28D60710C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057525"/>
            <a:ext cx="209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&gt;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AFE20E-CA28-4F77-886E-F35E7DA53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9560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자동화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A08E2D-7048-4E74-8DD6-1CC112853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400300"/>
            <a:ext cx="914400" cy="192405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5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6507A6-C225-4563-8F6A-6E6C90038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47900"/>
            <a:ext cx="2857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0481F0-C263-4B0A-AD97-C95B2565C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8600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7F1956-A2A8-457C-B805-382C4AC66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781300"/>
            <a:ext cx="704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레슨</a:t>
            </a:r>
          </a:p>
          <a:p xmlns:a="http://schemas.openxmlformats.org/drawingml/2006/main">
            <a:pPr algn="l">
              <a:defRPr sz="13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생성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2599AB-DE78-49E7-845C-68B96F1B7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486150"/>
            <a:ext cx="704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상태 확인</a:t>
            </a:r>
          </a:p>
          <a:p xmlns:a="http://schemas.openxmlformats.org/drawingml/2006/main">
            <a:pPr algn="l">
              <a:def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중복 방지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1757365-043D-4BEF-A5FD-20EFBD9DE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343275"/>
            <a:ext cx="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6FCB89E-D15A-4E08-B9E6-6BED411D3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190875"/>
            <a:ext cx="209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6C67801-2923-4C73-8478-F6C5B4814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400300"/>
            <a:ext cx="914400" cy="192405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5D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258FD25-9BA4-40FD-8650-82E23379C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247900"/>
            <a:ext cx="2857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724B99C-4F6C-4CA3-9C25-B4D04B222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28600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05878B7-AFC9-47CD-A8E8-0FADDC208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781300"/>
            <a:ext cx="704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모바일</a:t>
            </a:r>
          </a:p>
          <a:p xmlns:a="http://schemas.openxmlformats.org/drawingml/2006/main">
            <a:pPr algn="l">
              <a:defRPr sz="13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빌드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61ABEA-8BFB-41A6-A4BD-78BE5F21D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486150"/>
            <a:ext cx="704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index.html</a:t>
            </a:r>
          </a:p>
          <a:p xmlns:a="http://schemas.openxmlformats.org/drawingml/2006/main">
            <a:pPr algn="l">
              <a:def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URL 유지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0C117DC-A261-440C-963C-700FA6C12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343275"/>
            <a:ext cx="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828D083-1905-4A69-AADB-1088291FB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190875"/>
            <a:ext cx="209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&gt;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F945B7C-2823-44EB-A126-B3438AE73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400300"/>
            <a:ext cx="914400" cy="192405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5D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25CADA6-4B71-48F3-9A2B-D7E1B8DB2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247900"/>
            <a:ext cx="2857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F74F3E2-D7FD-4551-BB8E-79BD7AE52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28600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1689508-F003-41C8-A667-F697239CA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781300"/>
            <a:ext cx="704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GitHub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F804CC9-90C5-4A99-BA62-BE7BC124F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486150"/>
            <a:ext cx="704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변경 시</a:t>
            </a:r>
          </a:p>
          <a:p xmlns:a="http://schemas.openxmlformats.org/drawingml/2006/main">
            <a:pPr algn="l">
              <a:def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commit +</a:t>
            </a:r>
          </a:p>
          <a:p xmlns:a="http://schemas.openxmlformats.org/drawingml/2006/main">
            <a:pPr algn="l">
              <a:def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push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470CF4A-9388-420A-8926-18579A56E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343275"/>
            <a:ext cx="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970DF5E-6A9F-4D1B-AC8A-144201007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190875"/>
            <a:ext cx="209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&gt;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885D86A-4AF3-4D4D-BC62-3BFADD3E7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400300"/>
            <a:ext cx="914400" cy="192405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5D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E2F3737-2CEC-4ABA-8E9F-63544BA4E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2247900"/>
            <a:ext cx="2857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A350DC5-8DF9-4E93-AD5D-341E27AEB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228600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9D6F727-4785-4B6D-AF16-3608E1EB4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2781300"/>
            <a:ext cx="704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Kakao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208B2C5-5EAB-4A94-89F5-8CD7F7C83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3486150"/>
            <a:ext cx="704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토큰 갱신</a:t>
            </a:r>
          </a:p>
          <a:p xmlns:a="http://schemas.openxmlformats.org/drawingml/2006/main">
            <a:pPr algn="l">
              <a:def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나에게</a:t>
            </a:r>
          </a:p>
          <a:p xmlns:a="http://schemas.openxmlformats.org/drawingml/2006/main">
            <a:pPr algn="l">
              <a:def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보내기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159C921-0ADB-4328-A827-64CF573D0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19700"/>
            <a:ext cx="110299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7EBCF"/>
          </a:solidFill>
          <a:ln xmlns:a="http://schemas.openxmlformats.org/drawingml/2006/main" w="0">
            <a:solidFill>
              <a:srgbClr val="F7EBCF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ADA66C9-66B6-459C-8818-6355B96C3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10200"/>
            <a:ext cx="15621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D39D6AA-93D6-4B04-948D-03CEE84EF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57825"/>
            <a:ext cx="1562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08:00 ASIA/SEOUL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56B6269-559D-418E-A4FA-CFB43B6C0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5467350"/>
            <a:ext cx="838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같은 날짜에는 rebuild만 수행  ·  변경이 없으면 push 생략  ·  토큰 오류는 명확하게 보고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7B66251-E690-4CCE-93EA-76A77FB48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5D8"/>
          </a:solidFill>
          <a:ln xmlns:a="http://schemas.openxmlformats.org/drawingml/2006/main" w="0">
            <a:solidFill>
              <a:srgbClr val="C9D5D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74A20A8-013A-4A14-83C7-88F2E05C1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Language Study · HSKK Harness Report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D965005-E6E2-4F06-9190-E02192AC7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3744583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2026-05-30T16:15:30.8120000Z</dcterms:created>
  <dcterms:modified xsi:type="dcterms:W3CDTF">2026-05-30T16:15:30.8120000Z</dcterms:modified>
</coreProperties>
</file>